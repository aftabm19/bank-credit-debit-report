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380F-E02C-149C-1A75-82FF17CD4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1E0AF-68B6-9663-F2B7-BE60CBB05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1DF70-4997-E1CE-6C42-FA18F64D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0A81-A0C2-62A9-EFD7-ECE86E40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B6D86-37EC-C080-C4AC-7A4D1323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1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61386-B088-B2B8-2DDF-8522AEA9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EF9C9-60E4-64BA-6F3E-FFE79C41C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0A913-598F-3FEC-31A0-9C7801FF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E5F30-B5BC-6846-31E3-200D78B45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79526-32F6-D631-6AFD-4C535A31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0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00EB-E65A-275A-E797-93B29830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6D2DF-6872-8D69-A8C8-5A10D619F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20C9-CF4D-7741-C38B-C6A32F00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2EC13-D23B-235D-D8E3-DB7EA141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EE93E-CFAC-FABA-E4E3-3477516F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3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7098-59C0-5C00-381F-D955DF2B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A248E-B58C-B129-6E0E-6B79E9C90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DE6BC-9076-93AD-F482-946168F0D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356CE-E72C-E2E1-F436-6FD83F7C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181E8-350D-7706-4E0D-0A7877F37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65FC7-6B06-5F59-588E-B8A52107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2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B913-0634-A16E-2C59-24D03DE6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FE39B-74F3-5D2D-957C-B6770DCA1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06963-4889-4DC2-565F-F9F21369F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538ED4-D823-8B3B-D4FE-26ABAF020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9B69C-E65C-FAD1-F498-AF1C46D87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2A9BF-5679-9DB7-1B85-B0E938EF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BED838-B8D1-C5E1-7851-9EAFF4BA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89E13-E7B6-733F-AFDE-160B2035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9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2753-8759-C30B-4E37-550981B5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46C21-1811-0D28-F226-6E1F9B3B1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242F4-C4CF-1804-FE15-84E07FE7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580ED-027F-9603-C1F2-C44D511A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66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7C519F-460A-A4C2-6206-935B2D65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5B21F-1FF8-44EB-4C4A-12941BFA7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824BE-8B0C-818A-9900-7C20117C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64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2D7A-9F97-140B-FDA8-C8791893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9F95-1F5C-AC12-1A00-B54A8330B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97D98-4FE6-ABF4-A5F5-C76D971EA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ED884-A6A3-5FDE-894E-1B484B83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CE089-8DF9-02E1-D356-9233F8A9F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38952-D508-F4F8-5B83-0BF9937D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3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3B1E-EB60-7A54-5337-599B6742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79729C-5D5F-8EA3-DFDA-7B981984F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D33C1-BF71-8ACC-6A2A-77D1AD908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76251-CFF2-1DDD-FDDF-2B26A0773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B9A2B-177C-EDE8-2F35-84B9FA60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234F2-8CCF-5B39-D470-B629D55E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0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9938-C5E9-3E26-6AB7-BC7F4EA1B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55AD4-6169-043E-C816-9AD7E0CDB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0CE10-78E8-439F-F70A-EE24A57A3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25CF6-296C-3B63-E24B-56D1F855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E9FE8-7344-7FD8-536D-BA30D72B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2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5AE09-89B5-37C6-B0F3-25BD717B1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0F264-0093-5171-C988-3B08658B0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9B976-D5A3-85B0-F032-63A8CC57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A7722-C057-7C00-2271-A875A06F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7E909-ECE4-ACE6-E9E5-F4740C3A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49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32E0A9-0397-9A69-559A-1A46F42FD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59A3E-1CE0-BA2F-865C-03E3AC09B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70A3E-F334-E93F-4BCF-7FCDCD012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FF28D-743A-4297-943D-D2F6C7684EC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E3848-91D7-0191-2FEC-CE7B3BA28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659D7-AF8E-336A-B5E8-72C55A0C0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F8DAE-7FD6-4D35-B531-B101378D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6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BD7E44-F7C7-4022-9BBA-39C4B7037692}"/>
              </a:ext>
            </a:extLst>
          </p:cNvPr>
          <p:cNvSpPr/>
          <p:nvPr/>
        </p:nvSpPr>
        <p:spPr>
          <a:xfrm>
            <a:off x="472579" y="637246"/>
            <a:ext cx="1105389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1-Total Credit Amount:</a:t>
            </a:r>
          </a:p>
          <a:p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Formula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 Sum of the Amount column where Transaction Type = "Credit".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 Measures the total amount of deposits or credits, which can be compared against total withdrawals.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2-Total Debit Amount: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Formula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 Sum of the Amount column where Transaction Type = "Debit".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 Measures the total amount of withdrawals or debits.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3-Credit to Debit Ratio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Total Credit Amount ÷ Total Debit Amount.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Shows the ratio of credits to debits, which helps to understand whether the bank is receiving more deposits than withdrawals.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4-Net Transaction Amount: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Total Credit Amount - Total Debit Amount.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 Measures the net cash flow (positive or negative) for the bank over a period.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5-Account Activity Ratio: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Number of transactions ÷ Account balance.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Indicates how active a customer is in relation to their balance.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6-Transactions per Day/Week/Month: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Number of transactions occurring per day, week, or month.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Identifies transaction volume trends over time, helping to detect periods of high or low activity.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7-Total Transaction Amount by Branch: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Sum of the Amount column grouped by Branch.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Measures the total transaction volume per branch, helping to compare branch performance.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Transaction Volume by Bank: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62CCE9-0954-462F-90AD-8187D9BFBC71}"/>
              </a:ext>
            </a:extLst>
          </p:cNvPr>
          <p:cNvSpPr/>
          <p:nvPr/>
        </p:nvSpPr>
        <p:spPr>
          <a:xfrm>
            <a:off x="472579" y="237136"/>
            <a:ext cx="54691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393950"/>
                </a:solidFill>
              </a:rPr>
              <a:t>Bank Debit and Credit Dashboard KPI Description </a:t>
            </a:r>
          </a:p>
        </p:txBody>
      </p:sp>
    </p:spTree>
    <p:extLst>
      <p:ext uri="{BB962C8B-B14F-4D97-AF65-F5344CB8AC3E}">
        <p14:creationId xmlns:p14="http://schemas.microsoft.com/office/powerpoint/2010/main" val="124427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C3251B-2D52-4BEE-9B3F-E353DF434273}"/>
              </a:ext>
            </a:extLst>
          </p:cNvPr>
          <p:cNvSpPr/>
          <p:nvPr/>
        </p:nvSpPr>
        <p:spPr>
          <a:xfrm>
            <a:off x="489357" y="725204"/>
            <a:ext cx="1073511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8-Transaction Volume by Bank:</a:t>
            </a: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Sum of the Amount column grouped by Bank Name.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Helps compare the performance of different banks in terms of transaction activity.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9-Transaction Method Distribution: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Count or percentage of transactions grouped by Transaction Method (Bank Transfer, Debit Card, Credit Card, etc.).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Shows which transaction methods are most popular, helping to optimize service offerings.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10-Branch Transaction Growth: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Percentage change in the total transaction amount or volume at each branch over a defined period.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Insight: Identifies whether a particular branch is growing or declining in terms of transaction volume.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11-High-Risk Transaction Flag: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Flag transactions that exceed a predefined amount or show irregular activity (e.g., large withdrawals or deposits).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Helps to identify potentially fraudulent transactions that need further investigation.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12-Suspicious Transaction Frequency: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Count of flagged high-risk transactions over a period.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Measures the frequency of potentially suspicious transactions.</a:t>
            </a:r>
          </a:p>
        </p:txBody>
      </p:sp>
    </p:spTree>
    <p:extLst>
      <p:ext uri="{BB962C8B-B14F-4D97-AF65-F5344CB8AC3E}">
        <p14:creationId xmlns:p14="http://schemas.microsoft.com/office/powerpoint/2010/main" val="4219129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431</Words>
  <Application>Microsoft Office PowerPoint</Application>
  <PresentationFormat>Widescreen</PresentationFormat>
  <Paragraphs>61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Aftab Momin</dc:creator>
  <cp:lastModifiedBy>Aftab Momin</cp:lastModifiedBy>
  <cp:revision>1</cp:revision>
  <dcterms:created xsi:type="dcterms:W3CDTF">2026-01-29T07:42:10Z</dcterms:created>
  <dcterms:modified xsi:type="dcterms:W3CDTF">2026-01-29T07:43:36Z</dcterms:modified>
</cp:coreProperties>
</file>